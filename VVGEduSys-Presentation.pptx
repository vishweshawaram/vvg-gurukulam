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वेदविज्ञानगुरुकुलम्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0" y="22860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VVG Edu-Sys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0" y="32004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DC3C7"/>
                </a:solidFill>
              </a:rPr>
              <a:t>Digital Gurukula Operating System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0" y="5029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8C8D"/>
                </a:solidFill>
              </a:rPr>
              <a:t>Veda Vijnana Gurukulam, Channenahalli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980B9"/>
                </a:solidFill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b="1" dirty="0">
                <a:solidFill>
                  <a:srgbClr val="34495E"/>
                </a:solidFill>
              </a:rPr>
              <a:t>What is VVG Edu-Sys?</a:t>
            </a:r>
            <a:endParaRPr lang="en-US" sz="2000" dirty="0"/>
          </a:p>
          <a:p>
            <a:pPr lvl="1" marL="6858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34495E"/>
                </a:solidFill>
              </a:rPr>
              <a:t>A completely custom, culturally rooted web application built exclusively for Vedic education.</a:t>
            </a:r>
            <a:endParaRPr lang="en-US" sz="2000" dirty="0"/>
          </a:p>
          <a:p>
            <a:pPr lvl="1" marL="6858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34495E"/>
                </a:solidFill>
              </a:rPr>
              <a:t>Replaces traditional school ERPs with a specialized Gaṇa-based management system.</a:t>
            </a:r>
            <a:endParaRPr lang="en-US" sz="2000" dirty="0"/>
          </a:p>
          <a:p>
            <a:pPr lvl="1" marL="6858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34495E"/>
                </a:solidFill>
              </a:rPr>
              <a:t>Modern interface combining luxury minimalism with traditional Sanskrit aesthetics.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980B9"/>
                </a:solidFill>
              </a:rPr>
              <a:t>Key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b="1" dirty="0">
                <a:solidFill>
                  <a:srgbClr val="34495E"/>
                </a:solidFill>
              </a:rPr>
              <a:t>Student &amp; Gana Management</a:t>
            </a:r>
            <a:endParaRPr lang="en-US" sz="1800" dirty="0"/>
          </a:p>
          <a:p>
            <a:pPr lvl="1" marL="6858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4495E"/>
                </a:solidFill>
              </a:rPr>
              <a:t>Organize students into distinct Ganas (Varchogana, Prayogana, etc.) and Sections (Vyakarana, Vedanta).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b="1" dirty="0">
                <a:solidFill>
                  <a:srgbClr val="34495E"/>
                </a:solidFill>
              </a:rPr>
              <a:t>Flexible Attendance System</a:t>
            </a:r>
            <a:endParaRPr lang="en-US" sz="1800" dirty="0"/>
          </a:p>
          <a:p>
            <a:pPr lvl="1" marL="6858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4495E"/>
                </a:solidFill>
              </a:rPr>
              <a:t>Cross-Gana grouping capabilities allowing Acharyas to conduct combined classes across multiple sections.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b="1" dirty="0">
                <a:solidFill>
                  <a:srgbClr val="34495E"/>
                </a:solidFill>
              </a:rPr>
              <a:t>Acharya Directory &amp; Workflows</a:t>
            </a:r>
            <a:endParaRPr lang="en-US" sz="1800" dirty="0"/>
          </a:p>
          <a:p>
            <a:pPr lvl="1" marL="6858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4495E"/>
                </a:solidFill>
              </a:rPr>
              <a:t>Secure registration and approval workflow for new teachers.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b="1" dirty="0">
                <a:solidFill>
                  <a:srgbClr val="34495E"/>
                </a:solidFill>
              </a:rPr>
              <a:t>Dynamic Timetables &amp; Announcements</a:t>
            </a:r>
            <a:endParaRPr lang="en-US" sz="1800" dirty="0"/>
          </a:p>
          <a:p>
            <a:pPr lvl="1" marL="6858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4495E"/>
                </a:solidFill>
              </a:rPr>
              <a:t>Real-time updates to schedules and important campus announcements.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980B9"/>
                </a:solidFill>
              </a:rPr>
              <a:t>Technology &amp;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b="1" dirty="0">
                <a:solidFill>
                  <a:srgbClr val="34495E"/>
                </a:solidFill>
              </a:rPr>
              <a:t>Frontend Engine</a:t>
            </a:r>
            <a:endParaRPr lang="en-US" sz="1800" dirty="0"/>
          </a:p>
          <a:p>
            <a:pPr lvl="1" marL="6858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4495E"/>
                </a:solidFill>
              </a:rPr>
              <a:t>Built entirely with high-performance Vanilla JavaScript and modern CSS.</a:t>
            </a:r>
            <a:endParaRPr lang="en-US" sz="1800" dirty="0"/>
          </a:p>
          <a:p>
            <a:pPr lvl="1" marL="6858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4495E"/>
                </a:solidFill>
              </a:rPr>
              <a:t>No heavy frameworks (React/Angular), ensuring lightning-fast load times even on slow networks.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b="1" dirty="0">
                <a:solidFill>
                  <a:srgbClr val="34495E"/>
                </a:solidFill>
              </a:rPr>
              <a:t>Backend Infrastructure</a:t>
            </a:r>
            <a:endParaRPr lang="en-US" sz="1800" dirty="0"/>
          </a:p>
          <a:p>
            <a:pPr lvl="1" marL="6858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4495E"/>
                </a:solidFill>
              </a:rPr>
              <a:t>Custom Node.js HTTP server acting as a secure proxy and API gateway.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b="1" dirty="0">
                <a:solidFill>
                  <a:srgbClr val="34495E"/>
                </a:solidFill>
              </a:rPr>
              <a:t>Database</a:t>
            </a:r>
            <a:endParaRPr lang="en-US" sz="1800" dirty="0"/>
          </a:p>
          <a:p>
            <a:pPr lvl="1" marL="6858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4495E"/>
                </a:solidFill>
              </a:rPr>
              <a:t>Firebase Realtime Database for persistent cloud storage and cross-device synchronization.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980B9"/>
                </a:solidFill>
              </a:rPr>
              <a:t>Design Philosophy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b="1" dirty="0">
                <a:solidFill>
                  <a:srgbClr val="34495E"/>
                </a:solidFill>
              </a:rPr>
              <a:t>Spiritual Yet Modern</a:t>
            </a:r>
            <a:endParaRPr lang="en-US" sz="1800" dirty="0"/>
          </a:p>
          <a:p>
            <a:pPr lvl="1" marL="6858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4495E"/>
                </a:solidFill>
              </a:rPr>
              <a:t>The interface is designed to evoke a sense of calm discipline suitable for a Gurukula.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b="1" dirty="0">
                <a:solidFill>
                  <a:srgbClr val="34495E"/>
                </a:solidFill>
              </a:rPr>
              <a:t>Aesthetics</a:t>
            </a:r>
            <a:endParaRPr lang="en-US" sz="1800" dirty="0"/>
          </a:p>
          <a:p>
            <a:pPr lvl="1" marL="6858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4495E"/>
                </a:solidFill>
              </a:rPr>
              <a:t>Apple-level UI polish, glassmorphism effects, smooth cinematic transitions, and elegant spacing.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b="1" dirty="0">
                <a:solidFill>
                  <a:srgbClr val="34495E"/>
                </a:solidFill>
              </a:rPr>
              <a:t>Typography</a:t>
            </a:r>
            <a:endParaRPr lang="en-US" sz="1800" dirty="0"/>
          </a:p>
          <a:p>
            <a:pPr lvl="1" marL="6858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4495E"/>
                </a:solidFill>
              </a:rPr>
              <a:t>Full Unicode Devanagari font support ensures correct rendering of Sanskrit text globally.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980B9"/>
                </a:solidFill>
              </a:rPr>
              <a:t>Security &amp; Privacy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b="1" dirty="0">
                <a:solidFill>
                  <a:srgbClr val="34495E"/>
                </a:solidFill>
              </a:rPr>
              <a:t>Authentication</a:t>
            </a:r>
            <a:endParaRPr lang="en-US" sz="1800" dirty="0"/>
          </a:p>
          <a:p>
            <a:pPr lvl="1" marL="6858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4495E"/>
                </a:solidFill>
              </a:rPr>
              <a:t>Secure session tokens (X-Session-Token) prevent unauthorized access.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b="1" dirty="0">
                <a:solidFill>
                  <a:srgbClr val="34495E"/>
                </a:solidFill>
              </a:rPr>
              <a:t>Role-Based Access Control (RBAC)</a:t>
            </a:r>
            <a:endParaRPr lang="en-US" sz="1800" dirty="0"/>
          </a:p>
          <a:p>
            <a:pPr lvl="1" marL="6858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4495E"/>
                </a:solidFill>
              </a:rPr>
              <a:t>Strict separation between Admin privileges (approving users, system config) and Acharya privileges (attendance marking).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b="1" dirty="0">
                <a:solidFill>
                  <a:srgbClr val="34495E"/>
                </a:solidFill>
              </a:rPr>
              <a:t>Data Protection</a:t>
            </a:r>
            <a:endParaRPr lang="en-US" sz="1800" dirty="0"/>
          </a:p>
          <a:p>
            <a:pPr lvl="1" marL="6858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4495E"/>
                </a:solidFill>
              </a:rPr>
              <a:t>Path traversal protection and API endpoint hardening against unauthorized database modification.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39C12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32004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Empowering Traditional Education with Modern Technology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2026-06-06T10:03:58Z</dcterms:created>
  <dcterms:modified xsi:type="dcterms:W3CDTF">2026-06-06T10:03:58Z</dcterms:modified>
</cp:coreProperties>
</file>